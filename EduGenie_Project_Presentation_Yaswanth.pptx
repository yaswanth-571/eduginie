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51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1F5FF"/>
                </a:solidFill>
                <a:latin typeface="Aptos"/>
              </a:rPr>
              <a:t>EDUGENIE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C2FF"/>
                </a:solidFill>
                <a:latin typeface="Aptos"/>
              </a:rPr>
              <a:t>Google Gemini Powered Learning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231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6B3D0"/>
                </a:solidFill>
                <a:latin typeface="Aptos"/>
              </a:rPr>
              <a:t>An AI-powered study companion for questions, explanations, quizzes, summaries and personalized learning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94760"/>
            <a:ext cx="5669280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069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4074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Aptos"/>
              </a:rPr>
              <a:t>Yaswanth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463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F"/>
                </a:solidFill>
                <a:latin typeface="Aptos"/>
              </a:rPr>
              <a:t>B.Sc. Computer Science with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94760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F"/>
                </a:solidFill>
                <a:latin typeface="Aptos"/>
              </a:rPr>
              <a:t>M.G.R College of Arts and Science, Hosur
Guide / Mentor: 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59612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Academic Year: 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2362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GitHub: github.com/Yaswanth-571/eduginie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1. 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Why EduGenie was developed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94960" cy="457200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The learning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800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Students often switch between search engines, textbooks, quiz sites and notes.</a:t>
            </a:r>
          </a:p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Complex technical topics may need a simpler explanation.</a:t>
            </a:r>
          </a:p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Long educational material takes time to revise.</a:t>
            </a:r>
          </a:p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Creating practice questions manually is time-consuming.</a:t>
            </a:r>
          </a:p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A structured learning sequence is not always obvious.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45720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Project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26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F"/>
                </a:solidFill>
                <a:latin typeface="Aptos"/>
              </a:rPr>
              <a:t>Build one lightweight web application that combines several useful study activities while keeping the backend modular and the user interaction simple.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519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Core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262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2FF"/>
                </a:solidFill>
                <a:latin typeface="Aptos"/>
              </a:rPr>
              <a:t>One interface → five learning tasks → one common Gemini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2. 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What the completed system is designed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536192"/>
            <a:ext cx="457200" cy="45720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Answer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44951" y="1536192"/>
            <a:ext cx="457200" cy="457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1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Simplify concepts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12664" y="1536192"/>
            <a:ext cx="457200" cy="457200"/>
          </a:xfrm>
          <a:prstGeom prst="ellipse">
            <a:avLst/>
          </a:prstGeom>
          <a:solidFill>
            <a:srgbClr val="FF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2664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1304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Practice with MCQs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80375" y="1536192"/>
            <a:ext cx="457200" cy="457200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0375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5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5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Condense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48088" y="1536192"/>
            <a:ext cx="457200" cy="457200"/>
          </a:xfrm>
          <a:prstGeom prst="ellipse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8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96728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Learning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96728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Guide study sequence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2880360"/>
            <a:ext cx="5394960" cy="265176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31272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Objectives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493008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Integrate Gemini API into a student-focused web application.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Use FastAPI for clear feature-based endpoints.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Validate structured input/output using Pydantic.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Provide a single, responsive interface for all five tasks.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880360"/>
            <a:ext cx="5212080" cy="265176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3127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Current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493008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Local FastAPI application.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Database-free implementation.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No persistent accounts or offline AI model.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AI responses depend on Gemini API availability.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3.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End-to-end request and response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14884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61848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F"/>
                </a:solidFill>
                <a:latin typeface="Aptos"/>
              </a:rPr>
              <a:t>USER / STUDENT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17320"/>
            <a:ext cx="256032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61848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F"/>
                </a:solidFill>
                <a:latin typeface="Aptos"/>
              </a:rPr>
              <a:t>FRONTEND
HTML + CSS + 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417320"/>
            <a:ext cx="214884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161848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F"/>
                </a:solidFill>
                <a:latin typeface="Aptos"/>
              </a:rPr>
              <a:t>FASTAPI
main.py +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18488"/>
            <a:ext cx="3063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F"/>
                </a:solidFill>
                <a:latin typeface="Aptos"/>
              </a:rPr>
              <a:t>FEATURE MODULES
Q&amp;A • Explain • Quiz • Summary •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70078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6B3D0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70078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6B3D0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70078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6B3D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971800"/>
            <a:ext cx="608076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82112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1F5FF"/>
                </a:solidFill>
                <a:latin typeface="Aptos"/>
              </a:rPr>
              <a:t>SHARED GEMINI SERVICE  →  Google Gemini API  →  Gemini 3.5 Flash-Lite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40416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6B3D0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407408"/>
            <a:ext cx="5074920" cy="91440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46177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C2FF"/>
                </a:solidFill>
                <a:latin typeface="Aptos"/>
              </a:rPr>
              <a:t>Generated response → FastAPI → JavaScript → EduGenie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8815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B3D0"/>
                </a:solidFill>
                <a:latin typeface="Aptos"/>
              </a:rPr>
              <a:t>No database layer is present in the current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4.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Tools and frameworks used in the completed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527048"/>
            <a:ext cx="502920" cy="50292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527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89280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Backend programming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3258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21024" y="1527048"/>
            <a:ext cx="502920" cy="50292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527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189280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REST API + 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3258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37376" y="1527048"/>
            <a:ext cx="502920" cy="502920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527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Gemini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9280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AI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3258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53728" y="1527048"/>
            <a:ext cx="502920" cy="502920"/>
          </a:xfrm>
          <a:prstGeom prst="ellipse">
            <a:avLst/>
          </a:prstGeom>
          <a:solidFill>
            <a:srgbClr val="FF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527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HTML / 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189280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Interface +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1546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04671" y="3355848"/>
            <a:ext cx="502920" cy="502920"/>
          </a:xfrm>
          <a:prstGeom prst="ellipse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1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4" y="33558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JavaScript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3721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Browser interaction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56432" y="31546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621024" y="3355848"/>
            <a:ext cx="502920" cy="50292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21024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2816" y="33558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Pydantic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2816" y="3721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Validation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2784" y="31546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37376" y="3355848"/>
            <a:ext cx="502920" cy="50292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7376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33558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Uvicorn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3721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Local server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89136" y="31546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53728" y="3355848"/>
            <a:ext cx="502920" cy="502920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53728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33558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Git / 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3721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5. Five Learning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Each feature uses the same Gemini service with a different task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600200"/>
            <a:ext cx="566928" cy="566928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27632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54480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8424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Answer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325880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1600200"/>
            <a:ext cx="566928" cy="566928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27632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554480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198424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Simplify concepts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325880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39327" y="1600200"/>
            <a:ext cx="566928" cy="566928"/>
          </a:xfrm>
          <a:prstGeom prst="ellipse">
            <a:avLst/>
          </a:prstGeom>
          <a:solidFill>
            <a:srgbClr val="FF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7" y="1627632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5" y="1554480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5" y="198424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Practice with MCQs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91839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4671" y="3566159"/>
            <a:ext cx="566928" cy="566928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3593591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520439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950207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Condense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3291839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3566159"/>
            <a:ext cx="566928" cy="566928"/>
          </a:xfrm>
          <a:prstGeom prst="ellipse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593591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3520439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Learning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3950207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Guide study sequence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5349240"/>
            <a:ext cx="3657600" cy="566928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55046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C2FF"/>
                </a:solidFill>
                <a:latin typeface="Aptos"/>
              </a:rPr>
              <a:t>Five modules → one shared Gemini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6. Backend / 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FastAPI provides the communication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698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C2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12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C2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2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C2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2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/qa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Answer a question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/explain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Explain a concept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/quiz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Generate a 3-question MCQ quiz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/summarize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Summarize educational text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/learn/recommendations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Generate a learning path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6177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F"/>
                </a:solidFill>
                <a:latin typeface="Aptos"/>
              </a:rPr>
              <a:t>Typical request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56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2FF"/>
                </a:solidFill>
                <a:latin typeface="Aptos"/>
              </a:rPr>
              <a:t>Browser → POST endpoint → Pydantic validation → feature module → shared Gemini service → Gemini → JSON/text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6B3D0"/>
                </a:solidFill>
                <a:latin typeface="Aptos"/>
              </a:rPr>
              <a:t>The frontend never sends the Gemini secret key directly to the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7. How a Prompt Becomes an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Example: Concept Explanation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25880"/>
            <a:ext cx="438912" cy="438912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0759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User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29844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Explain SQL Injection to a beginner.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130552"/>
            <a:ext cx="438912" cy="438912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57984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1226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JavaScript sends POST /explain.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935224"/>
            <a:ext cx="438912" cy="438912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962656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1693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907792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Validates the request and calls the explanation module.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739896"/>
            <a:ext cx="438912" cy="438912"/>
          </a:xfrm>
          <a:prstGeom prst="ellipse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2160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712463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Builds a task-specific educational prompt.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544568"/>
            <a:ext cx="438912" cy="438912"/>
          </a:xfrm>
          <a:prstGeom prst="ellipse">
            <a:avLst/>
          </a:prstGeom>
          <a:solidFill>
            <a:srgbClr val="FF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2628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Gemini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1713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Sends the prompt to Gemini 3.5 Flash-Lite.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349240"/>
            <a:ext cx="438912" cy="438912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376672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3095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532180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Gemini returns text → FastAPI → JavaScript → UI.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5715000"/>
            <a:ext cx="2697480" cy="5029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49640" y="584301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2FF"/>
                </a:solidFill>
                <a:latin typeface="Aptos"/>
              </a:rPr>
              <a:t>Prompt → Gemini →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8. Frontend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Final EduGenie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6629400" cy="525780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9-27 134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1" y="2229870"/>
            <a:ext cx="6483096" cy="32669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234440"/>
            <a:ext cx="4343400" cy="52578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50876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F"/>
                </a:solidFill>
                <a:latin typeface="Aptos"/>
              </a:rPr>
              <a:t>Main UI 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65960"/>
            <a:ext cx="3703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EduGenie branding and dark AI-learning theme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Sidebar: Chat, Saved, History, Library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Study Tools: Quiz, Explain, Summarize, Learning Path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Feature selector above the chat composer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Large contextual input box with send control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AI response cards and session conversation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525780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2FF"/>
                </a:solidFill>
                <a:latin typeface="Aptos"/>
              </a:rPr>
              <a:t>Designed as a focused chat-style learning workspace.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9. Feature Demonstration – Q&amp;A &amp;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Actual project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77840" cy="452628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9-27 134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07643"/>
            <a:ext cx="5486400" cy="27798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234440"/>
            <a:ext cx="5440680" cy="452628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27 1343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137394"/>
            <a:ext cx="5349240" cy="27203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338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B3D0"/>
                </a:solidFill>
                <a:latin typeface="Aptos"/>
              </a:rPr>
              <a:t>Q&amp;A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83387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B3D0"/>
                </a:solidFill>
                <a:latin typeface="Aptos"/>
              </a:rPr>
              <a:t>Concept Explanation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10. Feature Demonstration – Quiz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Structured output and revision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77840" cy="452628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9-27 1345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12506"/>
            <a:ext cx="5486400" cy="27701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234440"/>
            <a:ext cx="5440680" cy="452628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27 1346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152408"/>
            <a:ext cx="5349240" cy="26903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338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B3D0"/>
                </a:solidFill>
                <a:latin typeface="Aptos"/>
              </a:rPr>
              <a:t>Quiz generation – 3 questions, 4 options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83387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B3D0"/>
                </a:solidFill>
                <a:latin typeface="Aptos"/>
              </a:rPr>
              <a:t>Summarization – concise study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11. Feature Demonstration – 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Level-based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6537960" cy="507492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9-27 134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50820"/>
            <a:ext cx="6446520" cy="324215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234440"/>
            <a:ext cx="4389120" cy="50749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536192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F"/>
                </a:solidFill>
                <a:latin typeface="Aptos"/>
              </a:rPr>
              <a:t>Learning Path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65960"/>
            <a:ext cx="36576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Enter a topic such as Python or Web Penetration Testing.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Select Beginner, Intermediate or Advanced.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Send request to /learn/recommendations.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Gemini generates a structured learning path.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The response is displayed in the same chat workspace.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16636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2FF"/>
                </a:solidFill>
                <a:latin typeface="Aptos"/>
              </a:rPr>
              <a:t>The selected level changes the guidance generated by the feature.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12. Testing, Security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Validation performed on the completed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057400" cy="86868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444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CB2"/>
                </a:solidFill>
                <a:latin typeface="Aptos"/>
              </a:rPr>
              <a:t>39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783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325880"/>
            <a:ext cx="2057400" cy="86868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8104" y="1444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C2FF"/>
                </a:solidFill>
                <a:latin typeface="Aptos"/>
              </a:rPr>
              <a:t>5 /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1783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learning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325880"/>
            <a:ext cx="2057400" cy="86868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4104" y="1444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F58FF"/>
                </a:solidFill>
                <a:latin typeface="Aptos"/>
              </a:rP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1783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AI provider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325880"/>
            <a:ext cx="2057400" cy="86868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0104" y="1444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C24F"/>
                </a:solidFill>
                <a:latin typeface="Aptos"/>
              </a:rP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1783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514600"/>
            <a:ext cx="5303520" cy="320040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F"/>
                </a:solidFill>
                <a:latin typeface="Aptos"/>
              </a:rP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54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Unit/module tests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API endpoint tests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Validation and error-case tests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Browser-based functional testing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Quiz structure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514600"/>
            <a:ext cx="5212080" cy="32004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F"/>
                </a:solidFill>
                <a:latin typeface="Aptos"/>
              </a:rPr>
              <a:t>Security &amp;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54680"/>
            <a:ext cx="4526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API key kept in environment configuration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.env excluded from Git tracking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No API key in frontend code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Depends on Gemini API/network/quota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No persistent accounts or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13. Future Enhancements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Where EduGenie can go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00" cy="438912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Database-backed student profiles and persistent chat history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Learning progress tracking and analytics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PDF / document input for study material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Voice interaction and multilingual learning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Teacher / administrator dashboard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Cloud deployment and improved adaptive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120640" cy="4389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F"/>
                </a:solidFill>
                <a:latin typeface="Aptos"/>
              </a:rPr>
              <a:t>EduGenie demonstrates a practical way to connect a student-friendly web interface with FastAPI and generative AI. The completed system brings five learning tasks into one application while keeping the code modular and the current version lightweight.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7091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2FF"/>
                </a:solidFill>
                <a:latin typeface="Aptos"/>
              </a:rPr>
              <a:t>Final model: Gemini 3.5 Flash-Lite
Repository: github.com/Yaswanth-571/eduginie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4476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5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1013</Words>
  <Application>Microsoft Office PowerPoint</Application>
  <PresentationFormat>Widescreen</PresentationFormat>
  <Paragraphs>224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Tharun</dc:creator>
  <cp:keywords/>
  <dc:description>generated using python-pptx</dc:description>
  <cp:lastModifiedBy>Tharun kumar</cp:lastModifiedBy>
  <cp:revision>1</cp:revision>
  <dcterms:created xsi:type="dcterms:W3CDTF">2013-01-27T09:14:16Z</dcterms:created>
  <dcterms:modified xsi:type="dcterms:W3CDTF">2026-09-28T19:28:36Z</dcterms:modified>
  <cp:category/>
</cp:coreProperties>
</file>